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C2A0F1-B7B1-4E20-8A7C-A8F8C3CF75D8}" v="194" dt="2026-03-07T01:04:14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Reyna" userId="b8a0d03f89213300" providerId="LiveId" clId="{2F13FDD0-C2B3-414E-89B5-07C68DFCEF63}"/>
    <pc:docChg chg="custSel addSld modSld">
      <pc:chgData name="Daniel Reyna" userId="b8a0d03f89213300" providerId="LiveId" clId="{2F13FDD0-C2B3-414E-89B5-07C68DFCEF63}" dt="2026-03-07T01:06:04.315" v="1693" actId="20577"/>
      <pc:docMkLst>
        <pc:docMk/>
      </pc:docMkLst>
      <pc:sldChg chg="modSp mod">
        <pc:chgData name="Daniel Reyna" userId="b8a0d03f89213300" providerId="LiveId" clId="{2F13FDD0-C2B3-414E-89B5-07C68DFCEF63}" dt="2026-03-07T00:35:59.453" v="708" actId="20577"/>
        <pc:sldMkLst>
          <pc:docMk/>
          <pc:sldMk cId="3847869693" sldId="256"/>
        </pc:sldMkLst>
        <pc:spChg chg="mod">
          <ac:chgData name="Daniel Reyna" userId="b8a0d03f89213300" providerId="LiveId" clId="{2F13FDD0-C2B3-414E-89B5-07C68DFCEF63}" dt="2026-03-07T00:35:59.453" v="708" actId="20577"/>
          <ac:spMkLst>
            <pc:docMk/>
            <pc:sldMk cId="3847869693" sldId="256"/>
            <ac:spMk id="2" creationId="{CF8C88EA-A77A-7EAC-2F96-97DA19BBF794}"/>
          </ac:spMkLst>
        </pc:spChg>
      </pc:sldChg>
      <pc:sldChg chg="addSp delSp modSp mod">
        <pc:chgData name="Daniel Reyna" userId="b8a0d03f89213300" providerId="LiveId" clId="{2F13FDD0-C2B3-414E-89B5-07C68DFCEF63}" dt="2026-03-07T01:06:04.315" v="1693" actId="20577"/>
        <pc:sldMkLst>
          <pc:docMk/>
          <pc:sldMk cId="2652309522" sldId="258"/>
        </pc:sldMkLst>
        <pc:spChg chg="add mod">
          <ac:chgData name="Daniel Reyna" userId="b8a0d03f89213300" providerId="LiveId" clId="{2F13FDD0-C2B3-414E-89B5-07C68DFCEF63}" dt="2026-03-07T00:59:53.728" v="1391" actId="20577"/>
          <ac:spMkLst>
            <pc:docMk/>
            <pc:sldMk cId="2652309522" sldId="258"/>
            <ac:spMk id="2" creationId="{87D6805F-AD7A-A05C-5724-5B379D23AF5B}"/>
          </ac:spMkLst>
        </pc:spChg>
        <pc:spChg chg="add mod">
          <ac:chgData name="Daniel Reyna" userId="b8a0d03f89213300" providerId="LiveId" clId="{2F13FDD0-C2B3-414E-89B5-07C68DFCEF63}" dt="2026-03-07T01:03:13.634" v="1564" actId="20577"/>
          <ac:spMkLst>
            <pc:docMk/>
            <pc:sldMk cId="2652309522" sldId="258"/>
            <ac:spMk id="3" creationId="{723007F2-CFFD-AA93-D597-9DC5C44BE035}"/>
          </ac:spMkLst>
        </pc:spChg>
        <pc:spChg chg="add mod">
          <ac:chgData name="Daniel Reyna" userId="b8a0d03f89213300" providerId="LiveId" clId="{2F13FDD0-C2B3-414E-89B5-07C68DFCEF63}" dt="2026-03-07T01:03:50.122" v="1610" actId="20577"/>
          <ac:spMkLst>
            <pc:docMk/>
            <pc:sldMk cId="2652309522" sldId="258"/>
            <ac:spMk id="6" creationId="{125AC4E1-91E9-FE21-2F59-8D71592EAFFF}"/>
          </ac:spMkLst>
        </pc:spChg>
        <pc:spChg chg="add mod">
          <ac:chgData name="Daniel Reyna" userId="b8a0d03f89213300" providerId="LiveId" clId="{2F13FDD0-C2B3-414E-89B5-07C68DFCEF63}" dt="2026-03-07T01:06:04.315" v="1693" actId="20577"/>
          <ac:spMkLst>
            <pc:docMk/>
            <pc:sldMk cId="2652309522" sldId="258"/>
            <ac:spMk id="7" creationId="{01B8544E-19E7-AFAC-CC74-664B53FCC9A8}"/>
          </ac:spMkLst>
        </pc:spChg>
        <pc:spChg chg="mod">
          <ac:chgData name="Daniel Reyna" userId="b8a0d03f89213300" providerId="LiveId" clId="{2F13FDD0-C2B3-414E-89B5-07C68DFCEF63}" dt="2026-03-07T01:01:31.398" v="1486" actId="20577"/>
          <ac:spMkLst>
            <pc:docMk/>
            <pc:sldMk cId="2652309522" sldId="258"/>
            <ac:spMk id="11" creationId="{D9D6E1A4-09E7-D86F-9B35-78EB800F2A60}"/>
          </ac:spMkLst>
        </pc:spChg>
        <pc:spChg chg="add del mod">
          <ac:chgData name="Daniel Reyna" userId="b8a0d03f89213300" providerId="LiveId" clId="{2F13FDD0-C2B3-414E-89B5-07C68DFCEF63}" dt="2026-03-07T00:41:18.187" v="848"/>
          <ac:spMkLst>
            <pc:docMk/>
            <pc:sldMk cId="2652309522" sldId="258"/>
            <ac:spMk id="12" creationId="{BD0FF6F1-7049-D3BD-3F70-223A246DB25B}"/>
          </ac:spMkLst>
        </pc:spChg>
        <pc:graphicFrameChg chg="mod">
          <ac:chgData name="Daniel Reyna" userId="b8a0d03f89213300" providerId="LiveId" clId="{2F13FDD0-C2B3-414E-89B5-07C68DFCEF63}" dt="2026-03-07T01:04:07.491" v="1611" actId="14100"/>
          <ac:graphicFrameMkLst>
            <pc:docMk/>
            <pc:sldMk cId="2652309522" sldId="258"/>
            <ac:graphicFrameMk id="4" creationId="{F5E3675B-B225-F819-5547-D1656493E060}"/>
          </ac:graphicFrameMkLst>
        </pc:graphicFrameChg>
      </pc:sldChg>
      <pc:sldChg chg="modSp new mod">
        <pc:chgData name="Daniel Reyna" userId="b8a0d03f89213300" providerId="LiveId" clId="{2F13FDD0-C2B3-414E-89B5-07C68DFCEF63}" dt="2026-03-07T00:36:40.502" v="715" actId="20577"/>
        <pc:sldMkLst>
          <pc:docMk/>
          <pc:sldMk cId="4055224646" sldId="259"/>
        </pc:sldMkLst>
        <pc:spChg chg="mod">
          <ac:chgData name="Daniel Reyna" userId="b8a0d03f89213300" providerId="LiveId" clId="{2F13FDD0-C2B3-414E-89B5-07C68DFCEF63}" dt="2026-03-06T22:17:43.028" v="201" actId="20577"/>
          <ac:spMkLst>
            <pc:docMk/>
            <pc:sldMk cId="4055224646" sldId="259"/>
            <ac:spMk id="2" creationId="{2400C382-CE2E-FE83-A4FD-17F9780BF603}"/>
          </ac:spMkLst>
        </pc:spChg>
        <pc:spChg chg="mod">
          <ac:chgData name="Daniel Reyna" userId="b8a0d03f89213300" providerId="LiveId" clId="{2F13FDD0-C2B3-414E-89B5-07C68DFCEF63}" dt="2026-03-07T00:36:40.502" v="715" actId="20577"/>
          <ac:spMkLst>
            <pc:docMk/>
            <pc:sldMk cId="4055224646" sldId="259"/>
            <ac:spMk id="3" creationId="{903A4CCA-3DC0-B861-DABB-2FDC2C63D7FF}"/>
          </ac:spMkLst>
        </pc:spChg>
      </pc:sldChg>
      <pc:sldChg chg="modSp new mod">
        <pc:chgData name="Daniel Reyna" userId="b8a0d03f89213300" providerId="LiveId" clId="{2F13FDD0-C2B3-414E-89B5-07C68DFCEF63}" dt="2026-03-07T01:05:36.365" v="1691" actId="20577"/>
        <pc:sldMkLst>
          <pc:docMk/>
          <pc:sldMk cId="3761366126" sldId="260"/>
        </pc:sldMkLst>
        <pc:spChg chg="mod">
          <ac:chgData name="Daniel Reyna" userId="b8a0d03f89213300" providerId="LiveId" clId="{2F13FDD0-C2B3-414E-89B5-07C68DFCEF63}" dt="2026-03-07T00:39:12.096" v="728" actId="20577"/>
          <ac:spMkLst>
            <pc:docMk/>
            <pc:sldMk cId="3761366126" sldId="260"/>
            <ac:spMk id="2" creationId="{8C02AD3B-74C8-44EF-7D8B-1810CDBEBE15}"/>
          </ac:spMkLst>
        </pc:spChg>
        <pc:spChg chg="mod">
          <ac:chgData name="Daniel Reyna" userId="b8a0d03f89213300" providerId="LiveId" clId="{2F13FDD0-C2B3-414E-89B5-07C68DFCEF63}" dt="2026-03-07T01:05:36.365" v="1691" actId="20577"/>
          <ac:spMkLst>
            <pc:docMk/>
            <pc:sldMk cId="3761366126" sldId="260"/>
            <ac:spMk id="3" creationId="{6FE7F125-EB31-514E-E621-0A3AFF79B2A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9396E-F6F5-4825-9607-2DF12F41F775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0"/>
      <dgm:spPr/>
    </dgm:pt>
    <dgm:pt modelId="{C47F2794-65EF-4BAA-8213-19017E0E73F8}" type="pres">
      <dgm:prSet presAssocID="{B649396E-F6F5-4825-9607-2DF12F41F775}" presName="Name0" presStyleCnt="0">
        <dgm:presLayoutVars>
          <dgm:dir/>
          <dgm:resizeHandles val="exact"/>
        </dgm:presLayoutVars>
      </dgm:prSet>
      <dgm:spPr/>
    </dgm:pt>
  </dgm:ptLst>
  <dgm:cxnLst>
    <dgm:cxn modelId="{93967FFD-5628-4376-AA11-FF717E02CA63}" type="presOf" srcId="{B649396E-F6F5-4825-9607-2DF12F41F775}" destId="{C47F2794-65EF-4BAA-8213-19017E0E73F8}" srcOrd="0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98C4-3A0E-FEC2-863D-B6014D9A4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0EDDF-82D2-68B3-B3BF-0D9691254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CB15F-C3CB-5722-21ED-A138E4F2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08839-9CCF-E279-A16A-D9BB91FCE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378F7-E4C9-37AC-5FA1-15403001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2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015C-7A84-098B-6238-FB7C538C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9631-9E9F-9ED4-F8D6-FB8209DD0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C16E-6EDA-0F00-5878-84228F29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E1F5-DF64-EA9D-9FD2-D65DE68E4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14512-200E-8024-249F-7CB37C8B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4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3082-A3A9-9E7E-0E11-775338B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085AD-8EA0-20F3-3109-F99EFCA37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C4AC9-4466-7B88-EF92-FC4AC3B5F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7EEEC-B940-E60E-9A67-5661D267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E609-EC33-2008-A411-81157088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3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176F-BF22-58D5-E9A0-8BB3A056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235F2-ADAF-F936-5329-907816310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B26EA-5314-1104-8C2B-C4ADBE5BF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0DAF4-D8DD-1F7C-E88B-1DD212E7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322D1-2AF8-D38A-ECF9-2A7E3AC3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DD7-F587-5005-2CAE-00423E4B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4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5BDA-B66C-7A12-B967-644492CD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69F73-6242-6741-8FEB-FE3B7F0A9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2003C-D97F-C72F-8A03-994BDF5B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59544-00F6-A1CE-3FB0-055D5B06F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BE079-3660-0336-E479-AD7424D55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5B73B-DBE0-03CE-F8A6-0F16A2A0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4FF69-6732-1F56-74E1-0362F788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B43E34-B066-D17E-591C-0560AF46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64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79D4-AC1A-8C5F-B6DA-68CCF64B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8AEA4-EE79-0D6F-1BA6-D2CEEA6C6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B5992-F497-1B5D-470B-9E6F9806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76828-234F-FDC0-3AB8-F746085E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3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2924E1-57BC-BC13-03AC-6E92061F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D5244-9FA5-1FE6-7697-B6809D84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F7484-266F-0AFD-DFED-8CE81AB6E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1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4B92-9C7A-5255-1D0F-430C98DC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35A26-DDE5-D95B-57B9-AD03C2F5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934BE-8259-4098-519C-86317DB60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81C56-DD68-510A-862F-D63A39B9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5FE15-F24C-6D44-9752-2C916F9E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DFFC4-561E-5400-35A7-BC543632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8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8E69-B274-84EA-29DE-199DC2F9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7C061F-24D3-763C-00FD-B8ED2240F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FBCC4-FB33-190A-7458-06BBAFBCA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7B18C-0151-241D-02FD-460F396D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AD1DB-770A-7D03-C1BD-EF863467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A450B-068F-65B8-34AD-CF6D3E74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5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5F743-B92A-E855-03C0-5CD55597C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21531-0F65-4339-356B-F910BE525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DBCD-2A84-B3BF-133F-3F813F66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91C2-5E45-1E7B-2A6A-0F781CA5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8260-5DCB-58D9-354A-378A6E9B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2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BC9E89-DBB5-E57C-91C7-5E6E0186D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D7618-888F-1D88-E45D-9EFF4489E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34E8A-FC0B-C910-076A-1BEE3B6A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E5E6-425A-5BF3-F69D-AC187E9C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A4E3-FB72-930C-FD45-C894D077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4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AAEAB-1EA6-97D7-BBAB-14A686B1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5AE7F-5902-8487-4671-975D624F4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D5C64-AF0D-CB80-9474-F9EA2C4B1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6AD24-AA07-44A2-B9D5-FBAA0F0FB5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DC68C-32F3-B8FB-44F8-3199D3A14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E9A52-FFBD-07F8-CD73-688A5913B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73B34-D3F9-4AEF-8BD6-23BA3D17A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0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88EA-A77A-7EAC-2F96-97DA19BBF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ChordBase</a:t>
            </a:r>
            <a:r>
              <a:rPr lang="en-US" dirty="0"/>
              <a:t> Agile Planning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501DC-8B38-6482-3E52-76359BF6E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Naylea Trevino, Brayden Dorman, Daniel Reyna</a:t>
            </a:r>
          </a:p>
        </p:txBody>
      </p:sp>
    </p:spTree>
    <p:extLst>
      <p:ext uri="{BB962C8B-B14F-4D97-AF65-F5344CB8AC3E}">
        <p14:creationId xmlns:p14="http://schemas.microsoft.com/office/powerpoint/2010/main" val="3847869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C382-CE2E-FE83-A4FD-17F9780B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A4CCA-3DC0-B861-DABB-2FDC2C63D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a beginner guitarist, I want an app that that displays how to play chords so that I can progress faster. </a:t>
            </a:r>
          </a:p>
          <a:p>
            <a:endParaRPr lang="en-US" dirty="0"/>
          </a:p>
          <a:p>
            <a:r>
              <a:rPr lang="en-US" dirty="0"/>
              <a:t>As an intermediate guitarist, I want to search chords that can add more nuance to my playing, so it doesn’t sound so basic.</a:t>
            </a:r>
          </a:p>
          <a:p>
            <a:endParaRPr lang="en-US" dirty="0"/>
          </a:p>
          <a:p>
            <a:r>
              <a:rPr lang="en-US" dirty="0"/>
              <a:t>As an advanced guitarist, I want to be able to upload tutorials for beginners so that they know how to play certain songs correctly. </a:t>
            </a:r>
          </a:p>
        </p:txBody>
      </p:sp>
    </p:spTree>
    <p:extLst>
      <p:ext uri="{BB962C8B-B14F-4D97-AF65-F5344CB8AC3E}">
        <p14:creationId xmlns:p14="http://schemas.microsoft.com/office/powerpoint/2010/main" val="405522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AD3B-74C8-44EF-7D8B-1810CDBEB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7F125-EB31-514E-E621-0A3AFF79B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US" dirty="0"/>
              <a:t>User login</a:t>
            </a:r>
          </a:p>
          <a:p>
            <a:pPr marL="285750" indent="-285750"/>
            <a:r>
              <a:rPr lang="en-US" dirty="0"/>
              <a:t>Database for user accounts</a:t>
            </a:r>
          </a:p>
          <a:p>
            <a:pPr marL="285750" indent="-285750"/>
            <a:r>
              <a:rPr lang="en-US" dirty="0"/>
              <a:t>Database for chords/chord progressions</a:t>
            </a:r>
          </a:p>
          <a:p>
            <a:pPr marL="285750" indent="-285750"/>
            <a:r>
              <a:rPr lang="en-US" dirty="0"/>
              <a:t>Upload images/videos</a:t>
            </a:r>
          </a:p>
          <a:p>
            <a:pPr marL="285750" indent="-285750"/>
            <a:r>
              <a:rPr lang="en-US" dirty="0"/>
              <a:t>Search bar for looking up accounts/chords</a:t>
            </a:r>
          </a:p>
          <a:p>
            <a:pPr marL="0" indent="0">
              <a:buNone/>
            </a:pPr>
            <a:r>
              <a:rPr lang="en-US" dirty="0"/>
              <a:t>Additional Features:</a:t>
            </a:r>
          </a:p>
          <a:p>
            <a:r>
              <a:rPr lang="en-US" dirty="0"/>
              <a:t>Rating system</a:t>
            </a:r>
          </a:p>
          <a:p>
            <a:r>
              <a:rPr lang="en-US" dirty="0"/>
              <a:t>Favorites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6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E3675B-B225-F819-5547-D1656493E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046365"/>
              </p:ext>
            </p:extLst>
          </p:nvPr>
        </p:nvGraphicFramePr>
        <p:xfrm>
          <a:off x="838200" y="1825625"/>
          <a:ext cx="10515600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17A19C15-FE15-F18B-5936-7901D136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54" y="365121"/>
            <a:ext cx="2743199" cy="1325563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3300" dirty="0"/>
              <a:t>Phase 1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0F9564A2-0291-76CB-5F32-C1A569B18D7A}"/>
              </a:ext>
            </a:extLst>
          </p:cNvPr>
          <p:cNvSpPr txBox="1">
            <a:spLocks/>
          </p:cNvSpPr>
          <p:nvPr/>
        </p:nvSpPr>
        <p:spPr>
          <a:xfrm>
            <a:off x="3352800" y="365122"/>
            <a:ext cx="2743198" cy="1325563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Phase 2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D0EBB4E-D268-CE60-EC16-653E1F70D69C}"/>
              </a:ext>
            </a:extLst>
          </p:cNvPr>
          <p:cNvSpPr txBox="1">
            <a:spLocks/>
          </p:cNvSpPr>
          <p:nvPr/>
        </p:nvSpPr>
        <p:spPr>
          <a:xfrm>
            <a:off x="5732206" y="365122"/>
            <a:ext cx="2770237" cy="1325563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Phase 3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183A5BD0-0421-4953-DE92-BD957A6D5253}"/>
              </a:ext>
            </a:extLst>
          </p:cNvPr>
          <p:cNvSpPr txBox="1">
            <a:spLocks/>
          </p:cNvSpPr>
          <p:nvPr/>
        </p:nvSpPr>
        <p:spPr>
          <a:xfrm>
            <a:off x="8111614" y="365121"/>
            <a:ext cx="2743198" cy="1325563"/>
          </a:xfrm>
          <a:prstGeom prst="chevron">
            <a:avLst>
              <a:gd name="adj" fmla="val 4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Phase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D6E1A4-09E7-D86F-9B35-78EB800F2A60}"/>
              </a:ext>
            </a:extLst>
          </p:cNvPr>
          <p:cNvSpPr txBox="1"/>
          <p:nvPr/>
        </p:nvSpPr>
        <p:spPr>
          <a:xfrm>
            <a:off x="946354" y="2153265"/>
            <a:ext cx="24064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Weeks 1-2</a:t>
            </a:r>
          </a:p>
          <a:p>
            <a:r>
              <a:rPr lang="en-US" dirty="0"/>
              <a:t>High Priority: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24 major and minor chords in data 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bar to find specific chords/accounts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visibility</a:t>
            </a:r>
          </a:p>
          <a:p>
            <a:r>
              <a:rPr lang="en-US" dirty="0"/>
              <a:t>Medium Priority: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Page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D6805F-AD7A-A05C-5724-5B379D23AF5B}"/>
              </a:ext>
            </a:extLst>
          </p:cNvPr>
          <p:cNvSpPr txBox="1"/>
          <p:nvPr/>
        </p:nvSpPr>
        <p:spPr>
          <a:xfrm>
            <a:off x="3689553" y="2153265"/>
            <a:ext cx="24851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 3-5</a:t>
            </a:r>
          </a:p>
          <a:p>
            <a:r>
              <a:rPr lang="en-US" dirty="0"/>
              <a:t>High priority: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Chord Display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Chord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Chord progressions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007F2-CFFD-AA93-D597-9DC5C44BE035}"/>
              </a:ext>
            </a:extLst>
          </p:cNvPr>
          <p:cNvSpPr txBox="1"/>
          <p:nvPr/>
        </p:nvSpPr>
        <p:spPr>
          <a:xfrm>
            <a:off x="6095998" y="2153265"/>
            <a:ext cx="2605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 6-7</a:t>
            </a:r>
          </a:p>
          <a:p>
            <a:r>
              <a:rPr lang="en-US" dirty="0"/>
              <a:t>Medium Priority(already built in Django):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uploads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improvements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AC4E1-91E9-FE21-2F59-8D71592EAFFF}"/>
              </a:ext>
            </a:extLst>
          </p:cNvPr>
          <p:cNvSpPr txBox="1"/>
          <p:nvPr/>
        </p:nvSpPr>
        <p:spPr>
          <a:xfrm>
            <a:off x="8701548" y="2290916"/>
            <a:ext cx="23302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 8-10</a:t>
            </a:r>
          </a:p>
          <a:p>
            <a:r>
              <a:rPr lang="en-US" dirty="0"/>
              <a:t>High Priority: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Features such as rating and favoriting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EVERYTHING</a:t>
            </a:r>
          </a:p>
          <a:p>
            <a:r>
              <a:rPr lang="en-US" dirty="0"/>
              <a:t>Low Priority: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8544E-19E7-AFAC-CC74-664B53FCC9A8}"/>
              </a:ext>
            </a:extLst>
          </p:cNvPr>
          <p:cNvSpPr txBox="1"/>
          <p:nvPr/>
        </p:nvSpPr>
        <p:spPr>
          <a:xfrm>
            <a:off x="1061884" y="5430237"/>
            <a:ext cx="996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phase/sprint will end with testing and is subject to change. </a:t>
            </a:r>
          </a:p>
        </p:txBody>
      </p:sp>
    </p:spTree>
    <p:extLst>
      <p:ext uri="{BB962C8B-B14F-4D97-AF65-F5344CB8AC3E}">
        <p14:creationId xmlns:p14="http://schemas.microsoft.com/office/powerpoint/2010/main" val="2652309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216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ChordBase Agile Planning</vt:lpstr>
      <vt:lpstr>User Stories</vt:lpstr>
      <vt:lpstr>Requirements</vt:lpstr>
      <vt:lpstr>Phase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Reyna</dc:creator>
  <cp:lastModifiedBy>Daniel Reyna</cp:lastModifiedBy>
  <cp:revision>1</cp:revision>
  <dcterms:created xsi:type="dcterms:W3CDTF">2026-03-06T18:43:14Z</dcterms:created>
  <dcterms:modified xsi:type="dcterms:W3CDTF">2026-03-07T01:06:14Z</dcterms:modified>
</cp:coreProperties>
</file>