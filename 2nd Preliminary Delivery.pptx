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2" r:id="rId4"/>
    <p:sldId id="265" r:id="rId5"/>
    <p:sldId id="263" r:id="rId6"/>
    <p:sldId id="264" r:id="rId7"/>
    <p:sldId id="266" r:id="rId8"/>
    <p:sldId id="267" r:id="rId9"/>
    <p:sldId id="268" r:id="rId10"/>
    <p:sldId id="270" r:id="rId11"/>
    <p:sldId id="269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7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7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80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7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3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5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1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14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47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04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99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50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65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72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1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9B7DB77-9361-48EF-9773-5D64E219F5D9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AC53BA4-89E1-4B8D-B97A-4BE543E09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522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9402E-3B0C-9C9C-92E1-35E1DF4045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Preliminary Delivery:</a:t>
            </a:r>
            <a:br>
              <a:rPr lang="en-US" dirty="0"/>
            </a:br>
            <a:r>
              <a:rPr lang="en-US" dirty="0" err="1"/>
              <a:t>ChordBase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22191-2EBC-AE9E-88BE-A512679E07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Naylea Trevino, Brayden Dorman, Daniel Reyna</a:t>
            </a:r>
          </a:p>
        </p:txBody>
      </p:sp>
    </p:spTree>
    <p:extLst>
      <p:ext uri="{BB962C8B-B14F-4D97-AF65-F5344CB8AC3E}">
        <p14:creationId xmlns:p14="http://schemas.microsoft.com/office/powerpoint/2010/main" val="272942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A985-6207-385B-5E7E-0D50A0306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Prototypes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1C10A-429A-A924-8DB1-59BF0B50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few slides will show a few sketches as well as pictures of what we currently have for our website. Our main goal right now is functionality. Formatting will likely change as we progress.</a:t>
            </a:r>
          </a:p>
        </p:txBody>
      </p:sp>
    </p:spTree>
    <p:extLst>
      <p:ext uri="{BB962C8B-B14F-4D97-AF65-F5344CB8AC3E}">
        <p14:creationId xmlns:p14="http://schemas.microsoft.com/office/powerpoint/2010/main" val="422787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85107-41CC-914A-5FDE-500D87BBFB60}"/>
              </a:ext>
            </a:extLst>
          </p:cNvPr>
          <p:cNvSpPr txBox="1"/>
          <p:nvPr/>
        </p:nvSpPr>
        <p:spPr>
          <a:xfrm>
            <a:off x="235974" y="363794"/>
            <a:ext cx="44048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View/ Prototype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On the top left is the name of the app (</a:t>
            </a:r>
            <a:r>
              <a:rPr lang="en-US" dirty="0" err="1"/>
              <a:t>ChordBase</a:t>
            </a:r>
            <a:r>
              <a:rPr lang="en-US" dirty="0"/>
              <a:t>) that redirects users to the home page when clicked.</a:t>
            </a:r>
          </a:p>
          <a:p>
            <a:pPr marL="285750" indent="-285750">
              <a:buFontTx/>
              <a:buChar char="-"/>
            </a:pPr>
            <a:r>
              <a:rPr lang="en-US" dirty="0"/>
              <a:t>In the top middle is a search bar for users to find chords and accounts.</a:t>
            </a:r>
          </a:p>
          <a:p>
            <a:pPr marL="285750" indent="-285750">
              <a:buFontTx/>
              <a:buChar char="-"/>
            </a:pPr>
            <a:r>
              <a:rPr lang="en-US" dirty="0"/>
              <a:t>On the right is a profile icon and a welcome message that is only present when a user is logged in.</a:t>
            </a:r>
          </a:p>
          <a:p>
            <a:pPr marL="285750" indent="-285750">
              <a:buFontTx/>
              <a:buChar char="-"/>
            </a:pPr>
            <a:r>
              <a:rPr lang="en-US" dirty="0"/>
              <a:t>In the middle of the page is a Recommended section that acts like a For You algorithm. For new accounts it will only show admin account posts.</a:t>
            </a:r>
          </a:p>
          <a:p>
            <a:pPr marL="285750" indent="-285750">
              <a:buFontTx/>
              <a:buChar char="-"/>
            </a:pPr>
            <a:r>
              <a:rPr lang="en-US" dirty="0"/>
              <a:t>Lastly, on the bottom left of the Recommended feed is a user upload button.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92FDD1-0E53-CB56-3621-941F687FA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48528" y="-522565"/>
            <a:ext cx="5925942" cy="769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6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363F-93A9-1ED6-DD9B-EFED8E327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2C0BE4-7CD5-A6FE-0F4C-D0C33C087108}"/>
              </a:ext>
            </a:extLst>
          </p:cNvPr>
          <p:cNvSpPr txBox="1"/>
          <p:nvPr/>
        </p:nvSpPr>
        <p:spPr>
          <a:xfrm>
            <a:off x="235974" y="363794"/>
            <a:ext cx="44048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Home View:</a:t>
            </a:r>
          </a:p>
          <a:p>
            <a:r>
              <a:rPr lang="en-US" dirty="0"/>
              <a:t>- We still need to add the recommended feed, the user upload button, and the navbar profile icon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BEAA5-4F00-0C47-B25D-C86D2436E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03" y="1867614"/>
            <a:ext cx="10290593" cy="487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8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907530-F7D3-62A0-47AB-91BF658BB0E9}"/>
              </a:ext>
            </a:extLst>
          </p:cNvPr>
          <p:cNvSpPr txBox="1"/>
          <p:nvPr/>
        </p:nvSpPr>
        <p:spPr>
          <a:xfrm>
            <a:off x="334298" y="491613"/>
            <a:ext cx="31364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Profile Navigation Bar</a:t>
            </a:r>
          </a:p>
          <a:p>
            <a:endParaRPr lang="en-US" dirty="0"/>
          </a:p>
          <a:p>
            <a:r>
              <a:rPr lang="en-US" dirty="0"/>
              <a:t>There will be a dropdown when users click on the profile icon. They’ll have the ability to login/logout, check their profile, and look at their bookmarks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868FE-70BD-D652-E6E4-A9FF0BDF2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36944" y="-921991"/>
            <a:ext cx="6461080" cy="859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8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6FB1-CEDF-0391-A0DD-21D9F255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232E49-5070-651D-9DE8-B2EE96C5EC78}"/>
              </a:ext>
            </a:extLst>
          </p:cNvPr>
          <p:cNvSpPr txBox="1"/>
          <p:nvPr/>
        </p:nvSpPr>
        <p:spPr>
          <a:xfrm>
            <a:off x="292915" y="541315"/>
            <a:ext cx="31385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Profile Page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 this page users will be able to see their own posts. We’re going for an approach like Instagram.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6B29F2-E078-AC0E-E378-9D5FD02F3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798062" y="-735040"/>
            <a:ext cx="6263151" cy="85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06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87BFE6-9486-6229-F4B0-72A8937DCC44}"/>
              </a:ext>
            </a:extLst>
          </p:cNvPr>
          <p:cNvSpPr txBox="1"/>
          <p:nvPr/>
        </p:nvSpPr>
        <p:spPr>
          <a:xfrm>
            <a:off x="582803" y="452176"/>
            <a:ext cx="7794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Chord Display Page After Search</a:t>
            </a:r>
          </a:p>
          <a:p>
            <a:r>
              <a:rPr lang="en-US" dirty="0"/>
              <a:t>We’ve already successfully added multiple images for chords, but we want them under the chord names.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F8B895-3A08-C7EB-6EDE-64CF9C99C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49" y="1542294"/>
            <a:ext cx="9777046" cy="461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2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30FA-071D-C9B7-C45C-D35636126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16EC-EF52-5339-362D-1900DBC3F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a beginner guitarist, I want an app that that displays how to play chords so that I can progress faster. </a:t>
            </a:r>
          </a:p>
          <a:p>
            <a:endParaRPr lang="en-US" dirty="0"/>
          </a:p>
          <a:p>
            <a:r>
              <a:rPr lang="en-US" dirty="0"/>
              <a:t>As an intermediate guitarist, I want to search chords that can add more nuance to my playing, so it doesn’t sound so basic.</a:t>
            </a:r>
          </a:p>
          <a:p>
            <a:endParaRPr lang="en-US" dirty="0"/>
          </a:p>
          <a:p>
            <a:r>
              <a:rPr lang="en-US" dirty="0"/>
              <a:t>As an advanced guitarist, I want to be able to upload tutorials for beginners so that they know how to play certain songs correctly.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77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FC14D-F420-B361-C785-57F56C5D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A801-D3A6-04F3-91C8-58F5FD3FE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have a working registration, login and logout system. The next slides show how the page layouts look so far. Both the login and registration pages will be changed.</a:t>
            </a:r>
          </a:p>
        </p:txBody>
      </p:sp>
    </p:spTree>
    <p:extLst>
      <p:ext uri="{BB962C8B-B14F-4D97-AF65-F5344CB8AC3E}">
        <p14:creationId xmlns:p14="http://schemas.microsoft.com/office/powerpoint/2010/main" val="2036036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8E18-B3BB-8A7E-9421-015632E79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784" y="0"/>
            <a:ext cx="9905998" cy="1905000"/>
          </a:xfrm>
        </p:spPr>
        <p:txBody>
          <a:bodyPr/>
          <a:lstStyle/>
          <a:p>
            <a:r>
              <a:rPr lang="en-US" dirty="0"/>
              <a:t>User Registration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3C3D3E-104E-FEF1-DD04-A69FCE350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2" y="1617785"/>
            <a:ext cx="10301539" cy="48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D0207-8C9D-72CE-816B-ED7EE7324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301" y="97134"/>
            <a:ext cx="9905998" cy="1905000"/>
          </a:xfrm>
        </p:spPr>
        <p:txBody>
          <a:bodyPr/>
          <a:lstStyle/>
          <a:p>
            <a:r>
              <a:rPr lang="en-US" dirty="0"/>
              <a:t>User Login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BE49A2-EDA2-D719-D954-D59F70A97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280" y="1587641"/>
            <a:ext cx="10515393" cy="498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81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7B21-A4D3-3BF1-1C7F-BB0E8787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When logged in as admin we can see and modify the models in our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9EC6FC-0BC4-FCDD-724B-26D239720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404068"/>
            <a:ext cx="9414928" cy="433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34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7A5F-23DC-FF2C-A81D-999CF2EC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29214"/>
            <a:ext cx="9905998" cy="1905000"/>
          </a:xfrm>
        </p:spPr>
        <p:txBody>
          <a:bodyPr>
            <a:normAutofit/>
          </a:bodyPr>
          <a:lstStyle/>
          <a:p>
            <a:r>
              <a:rPr lang="en-US" sz="2800" dirty="0"/>
              <a:t>Here you can see the accounts we created are being stored properly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F7D489-0FAF-62AB-F3CB-20FC2D1CA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24" y="2204397"/>
            <a:ext cx="8753771" cy="451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71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138</TotalTime>
  <Words>417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Mesh</vt:lpstr>
      <vt:lpstr>2nd Preliminary Delivery: ChordBase</vt:lpstr>
      <vt:lpstr>Prototypes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stories</vt:lpstr>
      <vt:lpstr>User Management System</vt:lpstr>
      <vt:lpstr>User Registration</vt:lpstr>
      <vt:lpstr>User Login</vt:lpstr>
      <vt:lpstr>When logged in as admin we can see and modify the models in our database</vt:lpstr>
      <vt:lpstr>Here you can see the accounts we created are being stored properly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Reyna</dc:creator>
  <cp:lastModifiedBy>Daniel Reyna</cp:lastModifiedBy>
  <cp:revision>1</cp:revision>
  <dcterms:created xsi:type="dcterms:W3CDTF">2026-04-10T00:09:20Z</dcterms:created>
  <dcterms:modified xsi:type="dcterms:W3CDTF">2026-04-10T02:28:11Z</dcterms:modified>
</cp:coreProperties>
</file>